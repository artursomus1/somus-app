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IMOBILIÁRIO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Propostas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cenários  —  Ana Rodrigues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das visões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42232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>
            <a:off x="8055864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6º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 —  R$ 375.000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33672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12º mês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3672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7" name="Text 35"/>
          <p:cNvSpPr/>
          <p:nvPr/>
        </p:nvSpPr>
        <p:spPr>
          <a:xfrm>
            <a:off x="4398264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98264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33672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33672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4398264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98264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33672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33672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4398264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98264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233672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33672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4398264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98264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 —  R$ 225.000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233672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52" name="Shape 50"/>
          <p:cNvSpPr/>
          <p:nvPr/>
        </p:nvSpPr>
        <p:spPr>
          <a:xfrm>
            <a:off x="4233672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3" name="Text 51"/>
          <p:cNvSpPr/>
          <p:nvPr/>
        </p:nvSpPr>
        <p:spPr>
          <a:xfrm>
            <a:off x="4398264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98264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233672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233672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4398264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398264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147304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84464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24º mês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147304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62" name="Shape 60"/>
          <p:cNvSpPr/>
          <p:nvPr/>
        </p:nvSpPr>
        <p:spPr>
          <a:xfrm>
            <a:off x="8147304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63" name="Text 61"/>
          <p:cNvSpPr/>
          <p:nvPr/>
        </p:nvSpPr>
        <p:spPr>
          <a:xfrm>
            <a:off x="8311896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11896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147304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147304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7" name="Text 65"/>
          <p:cNvSpPr/>
          <p:nvPr/>
        </p:nvSpPr>
        <p:spPr>
          <a:xfrm>
            <a:off x="8311896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11896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147304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147304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1" name="Text 69"/>
          <p:cNvSpPr/>
          <p:nvPr/>
        </p:nvSpPr>
        <p:spPr>
          <a:xfrm>
            <a:off x="8311896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11896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147304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8147304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5" name="Text 73"/>
          <p:cNvSpPr/>
          <p:nvPr/>
        </p:nvSpPr>
        <p:spPr>
          <a:xfrm>
            <a:off x="8311896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11896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 —  R$ 75.000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147304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78" name="Shape 76"/>
          <p:cNvSpPr/>
          <p:nvPr/>
        </p:nvSpPr>
        <p:spPr>
          <a:xfrm>
            <a:off x="8147304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79" name="Text 77"/>
          <p:cNvSpPr/>
          <p:nvPr/>
        </p:nvSpPr>
        <p:spPr>
          <a:xfrm>
            <a:off x="8311896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11896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147304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7304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3" name="Text 81"/>
          <p:cNvSpPr/>
          <p:nvPr/>
        </p:nvSpPr>
        <p:spPr>
          <a:xfrm>
            <a:off x="8311896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11896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(25%)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89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Shape 16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(15%)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R$ 225.000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480" y="386791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4" name="Shape 62"/>
          <p:cNvSpPr/>
          <p:nvPr/>
        </p:nvSpPr>
        <p:spPr>
          <a:xfrm>
            <a:off x="411480" y="409194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5" name="Text 63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8" name="Shape 66"/>
          <p:cNvSpPr/>
          <p:nvPr/>
        </p:nvSpPr>
        <p:spPr>
          <a:xfrm>
            <a:off x="411480" y="431596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2" name="Shape 70"/>
          <p:cNvSpPr/>
          <p:nvPr/>
        </p:nvSpPr>
        <p:spPr>
          <a:xfrm>
            <a:off x="411480" y="453999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3" name="Text 7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" y="476402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7" name="Text 75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480" y="498805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411480" y="521208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5" name="Text 83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11480" y="543610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9" name="Text 8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2" name="Shape 90"/>
          <p:cNvSpPr/>
          <p:nvPr/>
        </p:nvSpPr>
        <p:spPr>
          <a:xfrm>
            <a:off x="411480" y="566013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11480" y="588416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7" name="Text 9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1480" y="610819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1" name="Text 99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11480" y="633222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Text 169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4" name="Text 172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7" name="Text 175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0" name="Text 178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3" name="Shape 181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 proposta inclui seguro.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estudo considera que o cliente possui os recursos para o lance e as parcelas pré-contemplação, aplicados em CDI até a contemplação.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a 3% pré-fixados.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13892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Comparativa — Ana Rodrigues (CETHD)</dc:subject>
  <dc:creator>Somus Capital</dc:creator>
  <cp:lastModifiedBy>Somus Capital</cp:lastModifiedBy>
  <cp:revision>1</cp:revision>
  <dcterms:created xsi:type="dcterms:W3CDTF">2026-03-24T13:12:37Z</dcterms:created>
  <dcterms:modified xsi:type="dcterms:W3CDTF">2026-03-24T13:12:37Z</dcterms:modified>
</cp:coreProperties>
</file>